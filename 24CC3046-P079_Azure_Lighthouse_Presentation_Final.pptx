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24CC3046 · P079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Lighthouse Delegated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Administration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383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on paper. Then built for real, in Azure.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709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T181  ·  4 Students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166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Certified: Azure Administrator Associate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92640" y="822960"/>
            <a:ext cx="1554480" cy="1554480"/>
          </a:xfrm>
          <a:prstGeom prst="ellipse">
            <a:avLst/>
          </a:prstGeom>
          <a:solidFill>
            <a:srgbClr val="1C7293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0" y="1554480"/>
            <a:ext cx="1188720" cy="1188720"/>
          </a:xfrm>
          <a:prstGeom prst="ellipse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052560" y="1828800"/>
            <a:ext cx="914400" cy="91440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a customer's cloud, without breaking their trust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120640" cy="2834640"/>
          </a:xfrm>
          <a:prstGeom prst="roundRect">
            <a:avLst>
              <a:gd name="adj" fmla="val 3871"/>
            </a:avLst>
          </a:prstGeom>
          <a:solidFill>
            <a:srgbClr val="EAF3F8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874520"/>
            <a:ext cx="502920" cy="502920"/>
          </a:xfrm>
          <a:prstGeom prst="ellipse">
            <a:avLst/>
          </a:prstGeom>
          <a:solidFill>
            <a:srgbClr val="B550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9019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 (B2B) Accounts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56032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identity created in every customer's tenant. Easy to forget, easy to leave active long after the work is done.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120640" cy="2834640"/>
          </a:xfrm>
          <a:prstGeom prst="roundRect">
            <a:avLst>
              <a:gd name="adj" fmla="val 3871"/>
            </a:avLst>
          </a:prstGeom>
          <a:solidFill>
            <a:srgbClr val="EAF3F8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1874520"/>
            <a:ext cx="502920" cy="502920"/>
          </a:xfrm>
          <a:prstGeom prst="ellipse">
            <a:avLst/>
          </a:prstGeom>
          <a:solidFill>
            <a:srgbClr val="B550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9019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Credentials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56032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Handing over admin logins directly. Breaks least-privilege completely — if that access is misused, the customer's data is exposed.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7091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Lighthouse gives the provider exactly the access they need — nothing more. If that access is ever misused, the damage stays small, not total.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HAD TO SOLVE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bottlenecks, made concrete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64592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Giving out too much access, by accident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224028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to the whole building, when only one room was needed. A single mistake or stolen credential then risks everything, not just one part.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8404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3794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place to check activity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438912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keeps a separate log system. Managing ten customers means checking ten separate screens — things get missed.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 for each bottleneck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93776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01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much access, by accident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06440" y="2514600"/>
            <a:ext cx="548640" cy="0"/>
          </a:xfrm>
          <a:prstGeom prst="line">
            <a:avLst/>
          </a:prstGeom>
          <a:noFill/>
          <a:ln w="25400">
            <a:solidFill>
              <a:srgbClr val="9FC6D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537960" y="1737360"/>
            <a:ext cx="502920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66560" y="1901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FIX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21945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every delegation to one resource group — one room — never the whole subscription. A mistake stays small.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493776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0507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29768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view across tenants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806440" y="4617720"/>
            <a:ext cx="548640" cy="0"/>
          </a:xfrm>
          <a:prstGeom prst="line">
            <a:avLst/>
          </a:prstGeom>
          <a:noFill/>
          <a:ln w="25400">
            <a:solidFill>
              <a:srgbClr val="9FC6D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37960" y="3840480"/>
            <a:ext cx="502920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66560" y="40050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FIX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42976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customer keeps their own private logs. We add one extra tool — Resource Graph + Sentinel — for a unified view, without taking anything away from them.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delegation is structured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63040" y="1508760"/>
            <a:ext cx="9235440" cy="1280160"/>
          </a:xfrm>
          <a:prstGeom prst="roundRect">
            <a:avLst>
              <a:gd name="adj" fmla="val 8571"/>
            </a:avLst>
          </a:prstGeom>
          <a:solidFill>
            <a:srgbClr val="D7E9F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737360" y="16276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Tenant (MSP)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0574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AD groups   ·   Azure Policy   ·   Central monitoring (Log Analytics + Sentinel)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2880360"/>
            <a:ext cx="0" cy="50292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869680" y="2880360"/>
            <a:ext cx="0" cy="50292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143000" y="3474720"/>
            <a:ext cx="4297680" cy="2331720"/>
          </a:xfrm>
          <a:prstGeom prst="roundRect">
            <a:avLst>
              <a:gd name="adj" fmla="val 4706"/>
            </a:avLst>
          </a:prstGeom>
          <a:solidFill>
            <a:srgbClr val="FBEAE3"/>
          </a:solidFill>
          <a:ln w="12700">
            <a:solidFill>
              <a:srgbClr val="B550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36393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Tenant 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17320" y="4096512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55448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Delegation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44074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registrationDefinition + assignment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17320" y="489204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554480" y="4956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Role — Reader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52029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resource group (our real build)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3474720"/>
            <a:ext cx="4297680" cy="2331720"/>
          </a:xfrm>
          <a:prstGeom prst="roundRect">
            <a:avLst>
              <a:gd name="adj" fmla="val 4706"/>
            </a:avLst>
          </a:prstGeom>
          <a:solidFill>
            <a:srgbClr val="FBEAE3"/>
          </a:solidFill>
          <a:ln w="12700">
            <a:solidFill>
              <a:srgbClr val="B550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95160" y="36393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Tenant B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95160" y="4096512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3232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Delegation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44074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registrationDefinition + assignment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95160" y="489204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0" y="4956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Role — Contributor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52029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 scope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hit a real Azure restriction — and that became useful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BEA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New-AzDisk / New-AzVM / New-AzStorageAccount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031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2E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ErrorCode: RequestDisallowedByAzure — "a set of best available regions where your subscription can deploy resources"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603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in 3 regions. All Compute/Storage/Network providers confirmed Registered. Same error every time.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00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subscription's built-in fraud-prevention hold — blocking new billable resources, not our commands.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EAF3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TURNING POINT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279392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resource lock — a management action, not a billable resource — worked perfectly. That told us the restriction only blocks new infrastructure, not authorization actions. Since Lighthouse delegation is also a management action, we tested it live.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EVIDENCE — NOT A MOCKUP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delegation was actually created in Azure</a:t>
            </a:r>
            <a:endParaRPr lang="en-US" sz="2800" dirty="0"/>
          </a:p>
        </p:txBody>
      </p:sp>
      <p:pic>
        <p:nvPicPr>
          <p:cNvPr id="4" name="Image 0" descr="/home/claude/pptx_v2/proof_defini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08760"/>
            <a:ext cx="108813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EVIDENCE — NOT A MOCKUP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then actually assigned to our resource group</a:t>
            </a:r>
            <a:endParaRPr lang="en-US" sz="2800" dirty="0"/>
          </a:p>
        </p:txBody>
      </p:sp>
      <p:pic>
        <p:nvPicPr>
          <p:cNvPr id="4" name="Image 0" descr="/home/claude/pptx_v2/proof_assign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08760"/>
            <a:ext cx="108813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actually works, start to finish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83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76479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deploys the template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231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a scoped role to our AD group — they initiate the trust, not us.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7830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76479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Lighthouse creates the assignment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4231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group appears in their tenant with exactly that role — nothing more.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069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05079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sign in once, in our own tenant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7091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environment appears under “My customers” — no second login.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7947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0690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405079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Logs stay local, then get aggregated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7091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tenant's logs stay private; we layer Resource Graph + Sentinel on top.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interactive console, and what it all costs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EAF3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Lighthouse Console (live demo)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Tenant Delegations — real scope, real roles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260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Scope Risk Checker — pick a role + scope, see the risk live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204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Unified Audit Log — filterable across tenants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model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3317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Lighthouse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606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any number of customers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1089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RBAC / Policy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3832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886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 / Sentinel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4160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only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914400"/>
            <a:ext cx="3657600" cy="3657600"/>
          </a:xfrm>
          <a:prstGeom prst="ellipse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1031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didn't just design this.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803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the real delegation, in real Azure.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4904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access instead of a master key. One unified view instead of ten scattered logs. Proven, not just proposed.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T181  ·  24CC3046 - P079  ·  Azure Administrator Associate Track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2026-09-27T14:15:17Z</dcterms:created>
  <dcterms:modified xsi:type="dcterms:W3CDTF">2026-09-27T14:15:17Z</dcterms:modified>
</cp:coreProperties>
</file>